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18"/>
  </p:notesMasterIdLst>
  <p:sldIdLst>
    <p:sldId id="256" r:id="rId5"/>
    <p:sldId id="2146847054" r:id="rId6"/>
    <p:sldId id="262" r:id="rId7"/>
    <p:sldId id="263" r:id="rId8"/>
    <p:sldId id="2146847056" r:id="rId9"/>
    <p:sldId id="2146847057" r:id="rId10"/>
    <p:sldId id="265" r:id="rId11"/>
    <p:sldId id="266" r:id="rId12"/>
    <p:sldId id="267" r:id="rId13"/>
    <p:sldId id="268" r:id="rId14"/>
    <p:sldId id="2146847055" r:id="rId15"/>
    <p:sldId id="269" r:id="rId16"/>
    <p:sldId id="25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2B98E8-7AC3-75BD-DBFE-38A4BBF4F439}" v="10" dt="2024-01-05T12:23:35.348"/>
    <p1510:client id="{12466EFC-1F62-CA2C-07B1-96111B302B1B}" v="154" dt="2023-11-22T13:37:01.483"/>
    <p1510:client id="{47C7BCB7-7546-3717-E035-B2126C89CD1A}" v="2" dt="2023-11-22T12:55:27.3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>
      <p:cViewPr>
        <p:scale>
          <a:sx n="53" d="100"/>
          <a:sy n="53" d="100"/>
        </p:scale>
        <p:origin x="-1356" y="-41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zma Sardar" userId="S::uzma@edunetfoundation.org::890a7be9-5a0a-41fe-80e8-7700810bf9d6" providerId="AD" clId="Web-{47C7BCB7-7546-3717-E035-B2126C89CD1A}"/>
    <pc:docChg chg="modSld">
      <pc:chgData name="Uzma Sardar" userId="S::uzma@edunetfoundation.org::890a7be9-5a0a-41fe-80e8-7700810bf9d6" providerId="AD" clId="Web-{47C7BCB7-7546-3717-E035-B2126C89CD1A}" dt="2023-11-22T12:55:27.328" v="2" actId="20577"/>
      <pc:docMkLst>
        <pc:docMk/>
      </pc:docMkLst>
      <pc:sldChg chg="modSp">
        <pc:chgData name="Uzma Sardar" userId="S::uzma@edunetfoundation.org::890a7be9-5a0a-41fe-80e8-7700810bf9d6" providerId="AD" clId="Web-{47C7BCB7-7546-3717-E035-B2126C89CD1A}" dt="2023-11-22T12:55:27.328" v="2" actId="20577"/>
        <pc:sldMkLst>
          <pc:docMk/>
          <pc:sldMk cId="1186421160" sldId="262"/>
        </pc:sldMkLst>
        <pc:spChg chg="mod">
          <ac:chgData name="Uzma Sardar" userId="S::uzma@edunetfoundation.org::890a7be9-5a0a-41fe-80e8-7700810bf9d6" providerId="AD" clId="Web-{47C7BCB7-7546-3717-E035-B2126C89CD1A}" dt="2023-11-22T12:55:27.328" v="2" actId="20577"/>
          <ac:spMkLst>
            <pc:docMk/>
            <pc:sldMk cId="1186421160" sldId="262"/>
            <ac:spMk id="2" creationId="{8FEE4A9C-3F57-7DA7-91FD-715C3FB47F93}"/>
          </ac:spMkLst>
        </pc:spChg>
      </pc:sldChg>
    </pc:docChg>
  </pc:docChgLst>
  <pc:docChgLst>
    <pc:chgData name="Uzma Sardar" userId="S::uzma@edunetfoundation.org::890a7be9-5a0a-41fe-80e8-7700810bf9d6" providerId="AD" clId="Web-{12466EFC-1F62-CA2C-07B1-96111B302B1B}"/>
    <pc:docChg chg="addSld modSld sldOrd">
      <pc:chgData name="Uzma Sardar" userId="S::uzma@edunetfoundation.org::890a7be9-5a0a-41fe-80e8-7700810bf9d6" providerId="AD" clId="Web-{12466EFC-1F62-CA2C-07B1-96111B302B1B}" dt="2023-11-22T13:37:01.483" v="138" actId="20577"/>
      <pc:docMkLst>
        <pc:docMk/>
      </pc:docMkLst>
      <pc:sldChg chg="modSp">
        <pc:chgData name="Uzma Sardar" userId="S::uzma@edunetfoundation.org::890a7be9-5a0a-41fe-80e8-7700810bf9d6" providerId="AD" clId="Web-{12466EFC-1F62-CA2C-07B1-96111B302B1B}" dt="2023-11-22T12:50:28.225" v="0" actId="14100"/>
        <pc:sldMkLst>
          <pc:docMk/>
          <pc:sldMk cId="953325580" sldId="256"/>
        </pc:sldMkLst>
        <pc:spChg chg="mod">
          <ac:chgData name="Uzma Sardar" userId="S::uzma@edunetfoundation.org::890a7be9-5a0a-41fe-80e8-7700810bf9d6" providerId="AD" clId="Web-{12466EFC-1F62-CA2C-07B1-96111B302B1B}" dt="2023-11-22T12:50:28.225" v="0" actId="14100"/>
          <ac:spMkLst>
            <pc:docMk/>
            <pc:sldMk cId="953325580" sldId="256"/>
            <ac:spMk id="4" creationId="{00000000-0000-0000-0000-000000000000}"/>
          </ac:spMkLst>
        </pc:spChg>
      </pc:sldChg>
      <pc:sldChg chg="modSp ord">
        <pc:chgData name="Uzma Sardar" userId="S::uzma@edunetfoundation.org::890a7be9-5a0a-41fe-80e8-7700810bf9d6" providerId="AD" clId="Web-{12466EFC-1F62-CA2C-07B1-96111B302B1B}" dt="2023-11-22T13:04:11.113" v="45" actId="20577"/>
        <pc:sldMkLst>
          <pc:docMk/>
          <pc:sldMk cId="1186421160" sldId="262"/>
        </pc:sldMkLst>
        <pc:spChg chg="mod">
          <ac:chgData name="Uzma Sardar" userId="S::uzma@edunetfoundation.org::890a7be9-5a0a-41fe-80e8-7700810bf9d6" providerId="AD" clId="Web-{12466EFC-1F62-CA2C-07B1-96111B302B1B}" dt="2023-11-22T13:04:11.113" v="45" actId="20577"/>
          <ac:spMkLst>
            <pc:docMk/>
            <pc:sldMk cId="1186421160" sldId="262"/>
            <ac:spMk id="2" creationId="{8FEE4A9C-3F57-7DA7-91FD-715C3FB47F93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05:29.646" v="57" actId="20577"/>
        <pc:sldMkLst>
          <pc:docMk/>
          <pc:sldMk cId="3210358481" sldId="263"/>
        </pc:sldMkLst>
        <pc:spChg chg="mod">
          <ac:chgData name="Uzma Sardar" userId="S::uzma@edunetfoundation.org::890a7be9-5a0a-41fe-80e8-7700810bf9d6" providerId="AD" clId="Web-{12466EFC-1F62-CA2C-07B1-96111B302B1B}" dt="2023-11-22T13:05:29.646" v="57" actId="20577"/>
          <ac:spMkLst>
            <pc:docMk/>
            <pc:sldMk cId="3210358481" sldId="263"/>
            <ac:spMk id="2" creationId="{E041FD9D-DF07-9C37-1E61-1D920E0EF1D4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14:11.606" v="93" actId="20577"/>
        <pc:sldMkLst>
          <pc:docMk/>
          <pc:sldMk cId="3202024527" sldId="265"/>
        </pc:sldMkLst>
        <pc:spChg chg="mod">
          <ac:chgData name="Uzma Sardar" userId="S::uzma@edunetfoundation.org::890a7be9-5a0a-41fe-80e8-7700810bf9d6" providerId="AD" clId="Web-{12466EFC-1F62-CA2C-07B1-96111B302B1B}" dt="2023-11-22T13:14:11.606" v="93" actId="20577"/>
          <ac:spMkLst>
            <pc:docMk/>
            <pc:sldMk cId="3202024527" sldId="265"/>
            <ac:spMk id="2" creationId="{C4FFAF3C-BA60-9181-132C-C36C403AAEA7}"/>
          </ac:spMkLst>
        </pc:spChg>
        <pc:spChg chg="mod">
          <ac:chgData name="Uzma Sardar" userId="S::uzma@edunetfoundation.org::890a7be9-5a0a-41fe-80e8-7700810bf9d6" providerId="AD" clId="Web-{12466EFC-1F62-CA2C-07B1-96111B302B1B}" dt="2023-11-22T13:11:59.339" v="59" actId="20577"/>
          <ac:spMkLst>
            <pc:docMk/>
            <pc:sldMk cId="3202024527" sldId="265"/>
            <ac:spMk id="5" creationId="{8FBA75B4-2DD5-42EB-9397-F36BFB8BA723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39.545" v="134" actId="20577"/>
        <pc:sldMkLst>
          <pc:docMk/>
          <pc:sldMk cId="4154508776" sldId="266"/>
        </pc:sldMkLst>
        <pc:spChg chg="mod">
          <ac:chgData name="Uzma Sardar" userId="S::uzma@edunetfoundation.org::890a7be9-5a0a-41fe-80e8-7700810bf9d6" providerId="AD" clId="Web-{12466EFC-1F62-CA2C-07B1-96111B302B1B}" dt="2023-11-22T13:36:39.545" v="134" actId="20577"/>
          <ac:spMkLst>
            <pc:docMk/>
            <pc:sldMk cId="4154508776" sldId="266"/>
            <ac:spMk id="2" creationId="{F7F0871F-2198-9E37-C96F-3611AA199B60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46.529" v="135" actId="20577"/>
        <pc:sldMkLst>
          <pc:docMk/>
          <pc:sldMk cId="1483293388" sldId="267"/>
        </pc:sldMkLst>
        <pc:spChg chg="mod">
          <ac:chgData name="Uzma Sardar" userId="S::uzma@edunetfoundation.org::890a7be9-5a0a-41fe-80e8-7700810bf9d6" providerId="AD" clId="Web-{12466EFC-1F62-CA2C-07B1-96111B302B1B}" dt="2023-11-22T13:36:46.529" v="135" actId="20577"/>
          <ac:spMkLst>
            <pc:docMk/>
            <pc:sldMk cId="1483293388" sldId="267"/>
            <ac:spMk id="2" creationId="{D3304455-6802-6CA9-8475-2F6DD1B8D409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6:52.514" v="136" actId="20577"/>
        <pc:sldMkLst>
          <pc:docMk/>
          <pc:sldMk cId="3183315129" sldId="268"/>
        </pc:sldMkLst>
        <pc:spChg chg="mod">
          <ac:chgData name="Uzma Sardar" userId="S::uzma@edunetfoundation.org::890a7be9-5a0a-41fe-80e8-7700810bf9d6" providerId="AD" clId="Web-{12466EFC-1F62-CA2C-07B1-96111B302B1B}" dt="2023-11-22T13:36:52.514" v="136" actId="20577"/>
          <ac:spMkLst>
            <pc:docMk/>
            <pc:sldMk cId="3183315129" sldId="268"/>
            <ac:spMk id="2" creationId="{005E46AB-32C4-4B57-A2B1-50738A64BE1B}"/>
          </ac:spMkLst>
        </pc:spChg>
      </pc:sldChg>
      <pc:sldChg chg="modSp">
        <pc:chgData name="Uzma Sardar" userId="S::uzma@edunetfoundation.org::890a7be9-5a0a-41fe-80e8-7700810bf9d6" providerId="AD" clId="Web-{12466EFC-1F62-CA2C-07B1-96111B302B1B}" dt="2023-11-22T13:37:01.483" v="138" actId="20577"/>
        <pc:sldMkLst>
          <pc:docMk/>
          <pc:sldMk cId="728950222" sldId="269"/>
        </pc:sldMkLst>
        <pc:spChg chg="mod">
          <ac:chgData name="Uzma Sardar" userId="S::uzma@edunetfoundation.org::890a7be9-5a0a-41fe-80e8-7700810bf9d6" providerId="AD" clId="Web-{12466EFC-1F62-CA2C-07B1-96111B302B1B}" dt="2023-11-22T13:37:01.483" v="138" actId="20577"/>
          <ac:spMkLst>
            <pc:docMk/>
            <pc:sldMk cId="728950222" sldId="269"/>
            <ac:spMk id="2" creationId="{357C38BC-22B3-37B2-E0C3-812020A76077}"/>
          </ac:spMkLst>
        </pc:spChg>
      </pc:sldChg>
      <pc:sldChg chg="ord">
        <pc:chgData name="Uzma Sardar" userId="S::uzma@edunetfoundation.org::890a7be9-5a0a-41fe-80e8-7700810bf9d6" providerId="AD" clId="Web-{12466EFC-1F62-CA2C-07B1-96111B302B1B}" dt="2023-11-22T12:50:39.413" v="1"/>
        <pc:sldMkLst>
          <pc:docMk/>
          <pc:sldMk cId="2900153716" sldId="2146847054"/>
        </pc:sldMkLst>
      </pc:sldChg>
      <pc:sldChg chg="addSp delSp modSp new">
        <pc:chgData name="Uzma Sardar" userId="S::uzma@edunetfoundation.org::890a7be9-5a0a-41fe-80e8-7700810bf9d6" providerId="AD" clId="Web-{12466EFC-1F62-CA2C-07B1-96111B302B1B}" dt="2023-11-22T13:36:56.748" v="137" actId="20577"/>
        <pc:sldMkLst>
          <pc:docMk/>
          <pc:sldMk cId="614882681" sldId="2146847055"/>
        </pc:sldMkLst>
        <pc:spChg chg="del mod">
          <ac:chgData name="Uzma Sardar" userId="S::uzma@edunetfoundation.org::890a7be9-5a0a-41fe-80e8-7700810bf9d6" providerId="AD" clId="Web-{12466EFC-1F62-CA2C-07B1-96111B302B1B}" dt="2023-11-22T13:35:34.513" v="121"/>
          <ac:spMkLst>
            <pc:docMk/>
            <pc:sldMk cId="614882681" sldId="2146847055"/>
            <ac:spMk id="2" creationId="{092FD957-A075-74CF-7EC5-14CBBC98A454}"/>
          </ac:spMkLst>
        </pc:spChg>
        <pc:spChg chg="mod">
          <ac:chgData name="Uzma Sardar" userId="S::uzma@edunetfoundation.org::890a7be9-5a0a-41fe-80e8-7700810bf9d6" providerId="AD" clId="Web-{12466EFC-1F62-CA2C-07B1-96111B302B1B}" dt="2023-11-22T13:36:56.748" v="137" actId="20577"/>
          <ac:spMkLst>
            <pc:docMk/>
            <pc:sldMk cId="614882681" sldId="2146847055"/>
            <ac:spMk id="3" creationId="{A6638FD1-D00E-E75B-705C-564F06D93D7B}"/>
          </ac:spMkLst>
        </pc:spChg>
        <pc:spChg chg="add mod">
          <ac:chgData name="Uzma Sardar" userId="S::uzma@edunetfoundation.org::890a7be9-5a0a-41fe-80e8-7700810bf9d6" providerId="AD" clId="Web-{12466EFC-1F62-CA2C-07B1-96111B302B1B}" dt="2023-11-22T13:35:36.794" v="122" actId="1076"/>
          <ac:spMkLst>
            <pc:docMk/>
            <pc:sldMk cId="614882681" sldId="2146847055"/>
            <ac:spMk id="5" creationId="{3F968F13-9AC4-7120-7ACD-9F752C767D5D}"/>
          </ac:spMkLst>
        </pc:spChg>
      </pc:sldChg>
    </pc:docChg>
  </pc:docChgLst>
  <pc:docChgLst>
    <pc:chgData name="Shabaz Ahmed Ali" userId="S::shabaz@edunetfoundation.org::8937c481-946d-4552-82de-d81526054d6b" providerId="AD" clId="Web-{0A2B98E8-7AC3-75BD-DBFE-38A4BBF4F439}"/>
    <pc:docChg chg="modSld">
      <pc:chgData name="Shabaz Ahmed Ali" userId="S::shabaz@edunetfoundation.org::8937c481-946d-4552-82de-d81526054d6b" providerId="AD" clId="Web-{0A2B98E8-7AC3-75BD-DBFE-38A4BBF4F439}" dt="2024-01-05T12:23:35.348" v="9" actId="20577"/>
      <pc:docMkLst>
        <pc:docMk/>
      </pc:docMkLst>
      <pc:sldChg chg="modSp">
        <pc:chgData name="Shabaz Ahmed Ali" userId="S::shabaz@edunetfoundation.org::8937c481-946d-4552-82de-d81526054d6b" providerId="AD" clId="Web-{0A2B98E8-7AC3-75BD-DBFE-38A4BBF4F439}" dt="2024-01-05T12:23:35.348" v="9" actId="20577"/>
        <pc:sldMkLst>
          <pc:docMk/>
          <pc:sldMk cId="2900153716" sldId="2146847054"/>
        </pc:sldMkLst>
        <pc:spChg chg="mod">
          <ac:chgData name="Shabaz Ahmed Ali" userId="S::shabaz@edunetfoundation.org::8937c481-946d-4552-82de-d81526054d6b" providerId="AD" clId="Web-{0A2B98E8-7AC3-75BD-DBFE-38A4BBF4F439}" dt="2024-01-05T12:23:35.348" v="9" actId="20577"/>
          <ac:spMkLst>
            <pc:docMk/>
            <pc:sldMk cId="2900153716" sldId="2146847054"/>
            <ac:spMk id="3" creationId="{B2678641-EEA3-4EC4-BF39-4075B0C120E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pPr/>
              <a:t>05-04-2024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xmlns="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pPr/>
              <a:t>4/5/2024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xmlns="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xmlns="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xmlns="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xmlns="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xmlns="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xmlns="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xmlns="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xmlns="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xmlns="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xmlns="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pPr/>
              <a:t>4/5/2024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xmlns="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/>
          <a:lstStyle/>
          <a:p>
            <a:pPr algn="ctr"/>
            <a:r>
              <a:rPr lang="en-US" b="1" dirty="0" smtClean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KEYLOGGER AND SECURITY</a:t>
            </a:r>
            <a:endParaRPr lang="en-US" b="1" dirty="0">
              <a:solidFill>
                <a:schemeClr val="accent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S.PRINCY ANITHA</a:t>
            </a:r>
            <a:endParaRPr lang="en-US" sz="2000" b="1" dirty="0" smtClean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JAYARAJ ANNAPACKIAM CSI COLLEGE OF ENGINEERING</a:t>
            </a:r>
          </a:p>
          <a:p>
            <a:pPr marL="457200" indent="-457200">
              <a:buAutoNum type="arabicPeriod"/>
            </a:pPr>
            <a:r>
              <a:rPr lang="en-US" sz="2000" b="1" dirty="0" smtClean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B.TECH/INFORMATION TECHNOLGY</a:t>
            </a:r>
            <a:endParaRPr lang="en-US" sz="2000" b="1" dirty="0">
              <a:solidFill>
                <a:schemeClr val="accent1">
                  <a:lumMod val="75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533255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 </a:t>
            </a:r>
            <a:r>
              <a:rPr lang="en-US" sz="2000" dirty="0">
                <a:latin typeface="Arial"/>
                <a:ea typeface="+mn-lt"/>
                <a:cs typeface="Arial"/>
              </a:rPr>
              <a:t>(Should not include solution)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Proposed </a:t>
            </a:r>
            <a:r>
              <a:rPr lang="en-US" sz="2000" b="1" dirty="0" smtClean="0">
                <a:latin typeface="Arial"/>
                <a:ea typeface="+mn-lt"/>
                <a:cs typeface="Arial"/>
              </a:rPr>
              <a:t>System/Solution</a:t>
            </a:r>
          </a:p>
          <a:p>
            <a:pPr marL="305435" indent="-305435"/>
            <a:r>
              <a:rPr lang="en-US" sz="2000" b="1" dirty="0" smtClean="0">
                <a:latin typeface="Arial"/>
                <a:ea typeface="+mn-lt"/>
                <a:cs typeface="Arial"/>
              </a:rPr>
              <a:t>Key logger code</a:t>
            </a:r>
          </a:p>
          <a:p>
            <a:pPr marL="305435" indent="-305435"/>
            <a:r>
              <a:rPr lang="en-US" sz="2000" b="1" dirty="0" smtClean="0">
                <a:latin typeface="Arial"/>
                <a:ea typeface="+mn-lt"/>
                <a:cs typeface="Arial"/>
              </a:rPr>
              <a:t>Key logger Run &amp; Output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  <a:r>
              <a:rPr lang="en-US" sz="2000" dirty="0">
                <a:latin typeface="Arial"/>
                <a:ea typeface="+mn-lt"/>
                <a:cs typeface="+mn-lt"/>
              </a:rPr>
              <a:t>(Technology Used) </a:t>
            </a:r>
            <a:endParaRPr lang="en-US" dirty="0">
              <a:latin typeface="Arial"/>
              <a:ea typeface="+mn-lt"/>
              <a:cs typeface="+mn-lt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  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 (Output Image)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001537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03" y="1237632"/>
            <a:ext cx="11029615" cy="4673324"/>
          </a:xfrm>
        </p:spPr>
        <p:txBody>
          <a:bodyPr/>
          <a:lstStyle/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In today's digital age, where cyber security threats loom large, one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of the significant concerns is the proliferation of key loggers,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stealthy software tools designed to monitor and record keystrokes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on a user's computer without their knowledge. Key loggers pose a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severe threat to individuals and organizations as they can capture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sensitive information such as passwords, credit card details, and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other personal data, leading to identity theft, financial loss, and</a:t>
            </a:r>
          </a:p>
          <a:p>
            <a:pPr marL="0" indent="0">
              <a:buNone/>
            </a:pPr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privacy breaches .</a:t>
            </a:r>
          </a:p>
        </p:txBody>
      </p:sp>
    </p:spTree>
    <p:extLst>
      <p:ext uri="{BB962C8B-B14F-4D97-AF65-F5344CB8AC3E}">
        <p14:creationId xmlns:p14="http://schemas.microsoft.com/office/powerpoint/2010/main" xmlns="" val="1186421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Proposed Solution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E041FD9D-DF07-9C37-1E61-1D920E0EF1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1671" y="1087378"/>
            <a:ext cx="11613485" cy="5563973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305435" indent="-305435"/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>
                <a:latin typeface="Calibri"/>
                <a:ea typeface="+mn-lt"/>
                <a:cs typeface="+mn-lt"/>
              </a:rPr>
              <a:t>The proposed system </a:t>
            </a:r>
            <a:r>
              <a:rPr lang="en-IN" sz="1200" b="1" dirty="0" smtClean="0">
                <a:latin typeface="Calibri"/>
                <a:ea typeface="+mn-lt"/>
                <a:cs typeface="+mn-lt"/>
              </a:rPr>
              <a:t>to compact the threat key loggers in today’s age , several solutions can be implemented. </a:t>
            </a:r>
            <a:r>
              <a:rPr lang="en-IN" sz="1200" b="1" dirty="0">
                <a:latin typeface="Calibri"/>
                <a:ea typeface="+mn-lt"/>
                <a:cs typeface="+mn-lt"/>
              </a:rPr>
              <a:t>The solution will consist of the following components: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Use Antivirus Software: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Employ reputable antivirus software with key logger detection capabilities.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Regular Updates: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Keep all software ,including OS and applications, up to date to patch  vulnerabilities exploited by key loggers.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Firewalls and IDS: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Utilize firewalls and Instruction Detection Systems to monitor and block suspicious network activity. </a:t>
            </a:r>
            <a:endParaRPr lang="en-IN" sz="1200" b="1" dirty="0" smtClean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Virtual Keyboards: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cs typeface="Calibri"/>
              </a:rPr>
              <a:t>Encourage the use of virtual keyboards for sensitive activities to avoid physical keystroke capture.</a:t>
            </a:r>
            <a:endParaRPr lang="en-IN" sz="1200" b="1" dirty="0">
              <a:latin typeface="Calibri"/>
              <a:cs typeface="Calibri"/>
            </a:endParaRPr>
          </a:p>
          <a:p>
            <a:pPr marL="305435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User Education:</a:t>
            </a:r>
            <a:endParaRPr lang="en-IN" sz="1200" b="1" dirty="0">
              <a:latin typeface="Calibri"/>
              <a:cs typeface="Calibri"/>
            </a:endParaRPr>
          </a:p>
          <a:p>
            <a:pPr marL="629920" lvl="1" indent="-305435"/>
            <a:r>
              <a:rPr lang="en-IN" sz="1200" b="1" dirty="0" smtClean="0">
                <a:latin typeface="Calibri"/>
                <a:ea typeface="+mn-lt"/>
                <a:cs typeface="+mn-lt"/>
              </a:rPr>
              <a:t>Train users about key loggers risks and best practices to mitigate them.</a:t>
            </a:r>
          </a:p>
          <a:p>
            <a:pPr marL="305920" indent="-305435"/>
            <a:r>
              <a:rPr lang="en-IN" sz="1100" b="1" dirty="0" smtClean="0">
                <a:latin typeface="Calibri"/>
                <a:ea typeface="+mn-lt"/>
                <a:cs typeface="+mn-lt"/>
              </a:rPr>
              <a:t>Multi –Factor Authentication:</a:t>
            </a:r>
          </a:p>
          <a:p>
            <a:pPr marL="629920" lvl="1" indent="-305435"/>
            <a:r>
              <a:rPr lang="en-IN" sz="1100" b="1" dirty="0" smtClean="0">
                <a:latin typeface="Calibri"/>
                <a:ea typeface="+mn-lt"/>
                <a:cs typeface="+mn-lt"/>
              </a:rPr>
              <a:t>Implement MFA to add an extra layer of security beyond passwords.</a:t>
            </a:r>
          </a:p>
          <a:p>
            <a:pPr marL="305920" indent="-305435"/>
            <a:r>
              <a:rPr lang="en-IN" sz="1100" b="1" dirty="0" smtClean="0">
                <a:latin typeface="Calibri"/>
                <a:ea typeface="+mn-lt"/>
                <a:cs typeface="+mn-lt"/>
              </a:rPr>
              <a:t>Encryption:</a:t>
            </a:r>
          </a:p>
          <a:p>
            <a:pPr marL="629920" lvl="1" indent="-305435"/>
            <a:r>
              <a:rPr lang="en-IN" sz="1100" b="1" dirty="0" smtClean="0">
                <a:latin typeface="Calibri"/>
                <a:ea typeface="+mn-lt"/>
                <a:cs typeface="+mn-lt"/>
              </a:rPr>
              <a:t>Encrypt sensitive data to render intercepted keystrokes useless.</a:t>
            </a:r>
            <a:endParaRPr lang="en-IN" sz="1100" b="1" dirty="0">
              <a:latin typeface="Calibri" pitchFamily="34" charset="0"/>
              <a:cs typeface="Calibri" pitchFamily="34" charset="0"/>
            </a:endParaRPr>
          </a:p>
          <a:p>
            <a:pPr marL="0" indent="0">
              <a:buNone/>
            </a:pPr>
            <a:r>
              <a:rPr lang="en-IN" dirty="0" smtClean="0"/>
              <a:t>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3210358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682906" y="740779"/>
            <a:ext cx="10590835" cy="896536"/>
          </a:xfrm>
        </p:spPr>
        <p:txBody>
          <a:bodyPr>
            <a:noAutofit/>
          </a:bodyPr>
          <a:lstStyle/>
          <a:p>
            <a:r>
              <a:rPr lang="en-US" sz="4400" dirty="0" smtClean="0">
                <a:solidFill>
                  <a:schemeClr val="accent1"/>
                </a:solidFill>
              </a:rPr>
              <a:t>KEY LOGGER CODE</a:t>
            </a:r>
            <a:endParaRPr lang="en-US" sz="4400" dirty="0">
              <a:solidFill>
                <a:schemeClr val="accent1"/>
              </a:solidFill>
            </a:endParaRPr>
          </a:p>
        </p:txBody>
      </p:sp>
      <p:pic>
        <p:nvPicPr>
          <p:cNvPr id="2050" name="Picture 2" descr="C:\Users\ACER\Downloads\AK\AK\kumar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373493" y="1631576"/>
            <a:ext cx="5759648" cy="4796118"/>
          </a:xfrm>
          <a:prstGeom prst="rect">
            <a:avLst/>
          </a:prstGeom>
          <a:noFill/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4294967295"/>
          </p:nvPr>
        </p:nvSpPr>
        <p:spPr>
          <a:xfrm>
            <a:off x="0" y="701675"/>
            <a:ext cx="11029950" cy="530225"/>
          </a:xfrm>
        </p:spPr>
        <p:txBody>
          <a:bodyPr>
            <a:noAutofit/>
          </a:bodyPr>
          <a:lstStyle/>
          <a:p>
            <a:r>
              <a:rPr lang="en-US" sz="4400" dirty="0" err="1" smtClean="0">
                <a:solidFill>
                  <a:schemeClr val="accent1"/>
                </a:solidFill>
              </a:rPr>
              <a:t>KeY</a:t>
            </a:r>
            <a:r>
              <a:rPr lang="en-US" sz="4400" dirty="0" smtClean="0">
                <a:solidFill>
                  <a:schemeClr val="accent1"/>
                </a:solidFill>
              </a:rPr>
              <a:t> LOGGER  RUNS &amp; OUTPUT</a:t>
            </a:r>
            <a:endParaRPr lang="en-US" sz="4400" dirty="0">
              <a:solidFill>
                <a:schemeClr val="accent1"/>
              </a:solidFill>
            </a:endParaRPr>
          </a:p>
        </p:txBody>
      </p:sp>
      <p:pic>
        <p:nvPicPr>
          <p:cNvPr id="1026" name="Picture 2" descr="C:\Users\ACER\Downloads\AK\AK\Capture2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32329" y="1326777"/>
            <a:ext cx="9161930" cy="488128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1800" b="1" dirty="0" smtClean="0">
                <a:solidFill>
                  <a:srgbClr val="0F0F0F"/>
                </a:solidFill>
                <a:ea typeface="+mn-lt"/>
                <a:cs typeface="+mn-lt"/>
              </a:rPr>
              <a:t>The "System Approach" section outlines the overall strategy and methodology for proliferation of key loggers in today’s digital age involves multiple interconnected strategies. Here's a suggested structure for this section:</a:t>
            </a:r>
            <a:endParaRPr lang="en-US" sz="1800" dirty="0" smtClean="0"/>
          </a:p>
          <a:p>
            <a:pPr marL="0" indent="0">
              <a:buNone/>
            </a:pPr>
            <a:endParaRPr lang="en-US" dirty="0"/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Prevention Measure</a:t>
            </a:r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Continuous Monitoring</a:t>
            </a:r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User Education</a:t>
            </a:r>
          </a:p>
          <a:p>
            <a:pPr marL="305435" indent="-305435"/>
            <a:r>
              <a:rPr lang="en-IN" sz="1800" b="1" dirty="0" smtClean="0">
                <a:solidFill>
                  <a:srgbClr val="0F0F0F"/>
                </a:solidFill>
              </a:rPr>
              <a:t>Incident Response plan</a:t>
            </a:r>
            <a:endParaRPr lang="en-IN" sz="1800" b="1" dirty="0">
              <a:solidFill>
                <a:srgbClr val="0F0F0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2020245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/>
            <a:r>
              <a:rPr lang="en-IN" sz="1400" dirty="0" smtClean="0">
                <a:ea typeface="+mn-lt"/>
                <a:cs typeface="+mn-lt"/>
              </a:rPr>
              <a:t>Certainly  here’s an algorithm and deployment plan to address the proliferation of key loggers:</a:t>
            </a:r>
            <a:endParaRPr lang="en-IN" sz="1400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Signature Based Detection: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Utilize signature based detection techniques to identify known key logger signatures and patterns.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Regularly update signature database to detect newly identified key logger variants.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Anti key logger Software:</a:t>
            </a:r>
            <a:endParaRPr lang="en-IN" sz="1400" dirty="0" smtClean="0"/>
          </a:p>
          <a:p>
            <a:pPr marL="629920" lvl="1" indent="-305435"/>
            <a:r>
              <a:rPr lang="en-IN" dirty="0" smtClean="0"/>
              <a:t>Deploy specialized anti-key logger software solutions capable of detecting and removing key loggers from the system.</a:t>
            </a:r>
          </a:p>
          <a:p>
            <a:pPr marL="629920" lvl="1" indent="-305435"/>
            <a:r>
              <a:rPr lang="en-IN" dirty="0" smtClean="0"/>
              <a:t>Ensure anti-key logger software is regularly updated to detect new threats and vulnerability.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User Education: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Provide a training and awareness programs to educate users about the risk of key logger and best practice s for preventing infection.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Encourage users to practice safe browsing habits , avoid downloading suspicious files and use virtual keyboards for sensitive data entry. </a:t>
            </a:r>
            <a:endParaRPr lang="en-IN" dirty="0"/>
          </a:p>
          <a:p>
            <a:pPr marL="305435" indent="-305435"/>
            <a:r>
              <a:rPr lang="en-IN" sz="1400" b="1" dirty="0" smtClean="0">
                <a:ea typeface="+mn-lt"/>
                <a:cs typeface="+mn-lt"/>
              </a:rPr>
              <a:t>Continuous Monitoring and Response:</a:t>
            </a:r>
            <a:endParaRPr lang="en-IN" sz="1400" dirty="0"/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Establish a Security Operations Centre or utilize Managed Security Service Providers to monitor key logger threats in real time.</a:t>
            </a:r>
          </a:p>
          <a:p>
            <a:pPr marL="629920" lvl="1" indent="-305435"/>
            <a:r>
              <a:rPr lang="en-IN" dirty="0" smtClean="0">
                <a:ea typeface="+mn-lt"/>
                <a:cs typeface="+mn-lt"/>
              </a:rPr>
              <a:t>Develop a incident response procedures to quickly detect  , contain and mitigate key logger incidents when detected.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xmlns="" val="4154508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Reduction is successful key logger attacks due to improved detection and prevention capabilities . Minimizing of financial losses and data breaches resulting from comprised credentials and sensitive information.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14832933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000" dirty="0" smtClean="0">
                <a:solidFill>
                  <a:srgbClr val="0F0F0F"/>
                </a:solidFill>
                <a:ea typeface="+mn-lt"/>
                <a:cs typeface="+mn-lt"/>
              </a:rPr>
              <a:t>These stealthy software tools have the capability of capture to sensitive information such as passwords and credit  card details , leading to serve consequences including identify theft , financial loss , and privacy breaches 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xmlns="" val="31833151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A6638FD1-D00E-E75B-705C-564F06D93D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05435" indent="-305435">
              <a:buNone/>
            </a:pPr>
            <a:r>
              <a:rPr lang="en-US" sz="2000" b="1" dirty="0" smtClean="0">
                <a:ea typeface="+mn-lt"/>
                <a:cs typeface="+mn-lt"/>
              </a:rPr>
              <a:t>    Behavioral biometrics to integration of behavioral biometrics such as keystroke dynamics and mouse movement patterns , into authentication systems to enhance security and detect anomalous  activity indicative of key logger presence .</a:t>
            </a:r>
            <a:r>
              <a:rPr lang="en-US" sz="2000" dirty="0" smtClean="0">
                <a:ea typeface="+mn-lt"/>
                <a:cs typeface="+mn-lt"/>
              </a:rPr>
              <a:t> </a:t>
            </a:r>
            <a:endParaRPr lang="en-US" sz="2000" dirty="0"/>
          </a:p>
          <a:p>
            <a:pPr marL="305435" indent="-305435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xmlns="" id="{3F968F13-9AC4-7120-7ACD-9F752C767D5D}"/>
              </a:ext>
            </a:extLst>
          </p:cNvPr>
          <p:cNvSpPr txBox="1">
            <a:spLocks/>
          </p:cNvSpPr>
          <p:nvPr/>
        </p:nvSpPr>
        <p:spPr>
          <a:xfrm>
            <a:off x="535670" y="844659"/>
            <a:ext cx="11029616" cy="53029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5000" lnSpcReduction="20000"/>
          </a:bodyPr>
          <a:lstStyle>
            <a:lvl1pPr algn="l" defTabSz="4572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2800" b="0" kern="1200" cap="all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b="1" dirty="0">
                <a:solidFill>
                  <a:schemeClr val="accent1"/>
                </a:solidFill>
                <a:latin typeface="Arial"/>
                <a:cs typeface="Arial"/>
              </a:rPr>
              <a:t>Future scope</a:t>
            </a:r>
          </a:p>
        </p:txBody>
      </p:sp>
    </p:spTree>
    <p:extLst>
      <p:ext uri="{BB962C8B-B14F-4D97-AF65-F5344CB8AC3E}">
        <p14:creationId xmlns:p14="http://schemas.microsoft.com/office/powerpoint/2010/main" xmlns="" val="6148826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xmlns="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>
              <a:buNone/>
            </a:pP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Here are some references that provide insights into the proliferation of key loggers and the associated cyber security threats to </a:t>
            </a: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McAfee </a:t>
            </a:r>
            <a:r>
              <a:rPr lang="en-IN" sz="2400" dirty="0" smtClean="0">
                <a:solidFill>
                  <a:srgbClr val="0F0F0F"/>
                </a:solidFill>
                <a:ea typeface="+mn-lt"/>
                <a:cs typeface="+mn-lt"/>
              </a:rPr>
              <a:t>, CISA .</a:t>
            </a:r>
            <a:endParaRPr lang="en-IN" sz="2400" dirty="0" smtClean="0"/>
          </a:p>
          <a:p>
            <a:pPr marL="305435" indent="-305435">
              <a:buNone/>
            </a:pP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xmlns="" val="7289502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xmlns="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xmlns="" val="40662553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Props1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D289AE2-D2AE-49D1-AFAC-3A79F6794255}">
  <ds:schemaRefs>
    <ds:schemaRef ds:uri="9162bd5b-4ed9-4da3-b376-05204580ba3f"/>
    <ds:schemaRef ds:uri="c0fa2617-96bd-425d-8578-e93563fe37c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417</TotalTime>
  <Words>605</Words>
  <Application>Microsoft Office PowerPoint</Application>
  <PresentationFormat>Custom</PresentationFormat>
  <Paragraphs>77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DividendVTI</vt:lpstr>
      <vt:lpstr>KEYLOGGER AND SECURITY</vt:lpstr>
      <vt:lpstr>OUTLINE</vt:lpstr>
      <vt:lpstr>Problem Statement</vt:lpstr>
      <vt:lpstr>Proposed Solution</vt:lpstr>
      <vt:lpstr>KEY LOGGER CODE</vt:lpstr>
      <vt:lpstr>KeY LOGGER  RUNS &amp; OUTPUT</vt:lpstr>
      <vt:lpstr>System  Approach</vt:lpstr>
      <vt:lpstr>Algorithm &amp; Deployment</vt:lpstr>
      <vt:lpstr>Result</vt:lpstr>
      <vt:lpstr>Conclusion</vt:lpstr>
      <vt:lpstr>Slide 11</vt:lpstr>
      <vt:lpstr>References</vt:lpstr>
      <vt:lpstr>THANK YOU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ACER</cp:lastModifiedBy>
  <cp:revision>61</cp:revision>
  <dcterms:created xsi:type="dcterms:W3CDTF">2021-05-26T16:50:10Z</dcterms:created>
  <dcterms:modified xsi:type="dcterms:W3CDTF">2024-04-04T22:54:30Z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